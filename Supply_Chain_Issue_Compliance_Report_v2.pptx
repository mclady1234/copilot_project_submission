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7" d="100"/>
          <a:sy n="97" d="100"/>
        </p:scale>
        <p:origin x="2004" y="30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89621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presentation was generated using Microsoft 365 Copilot based on the Supply Chain Issue Analysis Report and Excel data analysis.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Summarize why these supply chain issues require executive and cross-functional attention.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that Excel Copilot was used to analyze delivery timelines, delayed components, and supplier performance trends.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These solutions directly address the root causes identified in the data and compliance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Walk through the phased implementation plan, emphasizing ownership, timelines, and accountability.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Close with how the plan will be sustained and monitored over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Supply Chain Issue Compliance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Stakeholder Review: Risks, Insights, and Implementation Plan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of Key Issues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Critical risks identified across BIND567, COMP042, and COAT890</a:t>
            </a:r>
          </a:p>
          <a:p>
            <a:pPr lvl="1"/>
            <a:r>
              <a:t>Quality, traceability, and supplier reliability issues impact FDA compliance</a:t>
            </a:r>
          </a:p>
          <a:p>
            <a:pPr lvl="1"/>
            <a:r>
              <a:t>Delivery variability threatens production continuity</a:t>
            </a:r>
          </a:p>
          <a:p>
            <a:pPr lvl="1"/>
            <a:r>
              <a:t>Immediate and long-term mitigation actions required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Insights from Excel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Medium-risk components show the longest average delivery timeline (15.13 days)</a:t>
            </a:r>
          </a:p>
          <a:p>
            <a:pPr lvl="1"/>
            <a:r>
              <a:t>COAT890 has the lowest on-time delivery rate (84.2%)</a:t>
            </a:r>
          </a:p>
          <a:p>
            <a:pPr lvl="1"/>
            <a:r>
              <a:t>EcoSupply and PrimeLogistics have the lowest on-time supplier performance</a:t>
            </a:r>
          </a:p>
          <a:p>
            <a:pPr lvl="1"/>
            <a:r>
              <a:t>Variability exists even in non-high-risk classifications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Solutions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Strengthen supplier governance and performance KPIs</a:t>
            </a:r>
          </a:p>
          <a:p>
            <a:pPr lvl="1"/>
            <a:r>
              <a:t>Increase safety stock for highly variable components</a:t>
            </a:r>
          </a:p>
          <a:p>
            <a:pPr lvl="1"/>
            <a:r>
              <a:t>Enhance traceability and quality inspection controls</a:t>
            </a:r>
          </a:p>
          <a:p>
            <a:pPr lvl="1"/>
            <a:r>
              <a:t>Diversify sourcing to reduce single-supplier dependency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(0–2 weeks): Quality validation, supplier audits, containment actions</a:t>
            </a:r>
          </a:p>
          <a:p>
            <a:pPr lvl="1"/>
            <a:r>
              <a:t>Short-Term (1–3 weeks): Supplier corrective actions and alternate sourcing onboarded</a:t>
            </a:r>
          </a:p>
          <a:p>
            <a:pPr lvl="1"/>
            <a:r>
              <a:t>Mid-Term (1–2 months): Inventory strategy adjustments and KPI monitoring</a:t>
            </a:r>
          </a:p>
          <a:p>
            <a:pPr lvl="1"/>
            <a:r>
              <a:t>Ongoing: Governance reviews, audit readiness, and continuous improvement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Governance and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Establish cross-functional review cadence</a:t>
            </a:r>
          </a:p>
          <a:p>
            <a:pPr lvl="1"/>
            <a:r>
              <a:t>Track KPIs and escalation thresholds</a:t>
            </a:r>
          </a:p>
          <a:p>
            <a:pPr lvl="1"/>
            <a:r>
              <a:t>Maintain audit-ready documentation</a:t>
            </a:r>
          </a:p>
          <a:p>
            <a:pPr lvl="1"/>
            <a:r>
              <a:t>Provide leadership updates on risk status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3ca48ea3-8c75-4d36-b64f-70604b11fd22}" enabled="1" method="Standard" siteId="{3ac94b33-9135-4821-9502-eafda6592a35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286</Words>
  <Application>Microsoft Office PowerPoint</Application>
  <PresentationFormat>On-screen Show (4:3)</PresentationFormat>
  <Paragraphs>33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Supply Chain Issue Compliance Report</vt:lpstr>
      <vt:lpstr>Summary of Key Issues</vt:lpstr>
      <vt:lpstr>Data Insights from Excel Analysis</vt:lpstr>
      <vt:lpstr>Proposed Solutions</vt:lpstr>
      <vt:lpstr>Implementation Plan</vt:lpstr>
      <vt:lpstr>Governance and Next Steps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Clady, Madison [JJCUS]</dc:creator>
  <cp:keywords/>
  <dc:description>generated using python-pptx</dc:description>
  <cp:lastModifiedBy>Clady, Madison [JJCUS]</cp:lastModifiedBy>
  <cp:revision>1</cp:revision>
  <dcterms:created xsi:type="dcterms:W3CDTF">2013-01-27T09:14:16Z</dcterms:created>
  <dcterms:modified xsi:type="dcterms:W3CDTF">2026-04-22T20:23:05Z</dcterms:modified>
  <cp:category/>
</cp:coreProperties>
</file>